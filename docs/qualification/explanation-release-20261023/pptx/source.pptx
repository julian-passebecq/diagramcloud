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[/Sources]
Synthetic formats and fallback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[/Sources]
Synthetic raster availability
[Sources]
[/Sources]
Synthetic raster availability
{"format":"diagramcloud.asset-fidelity/1","projectId":"synthetic-format-fallback-browser","projectRevision":0,"viewId":"root","renderer":"powerpoint","entries":[{"nodeId":"png","requestedIcon":"generic-api","customAssetId":"png","rendered":"project-asset","rights":"Original synthetic four-band fixture; MIT.","origin":"project-asset","reason":"Contained in the icon slot without cropping, recolouring or distortion.","attribution":"Original synthetic four-band fixture; MIT."},{"nodeId":"jpeg","requestedIcon":"generic-api","customAssetId":"jpeg","rendered":"project-asset","rights":"Original synthetic four-band fixture; MIT.","origin":"project-asset","reason":"Contained in the icon slot without cropping, recolouring or distortion.","attribution":"Original synthetic four-band fixture; MIT."},{"nodeId":"webp","requestedIcon":"generic-api","customAssetId":"webp","rendered":"project-asset","rights":"Original synthetic four-band fixture; MIT.","origin":"project-asset","reason":"Contained in the icon slot without cropping, recolouring or distortion.","attribution":"Original synthetic four-band fixture; MIT."},{"nodeId":"malformed","requestedIcon":"generic-api","customAssetId":"malformed","rendered":"semantic-symbol","rights":"Original synthetic malformed fixture; MIT.","origin":"project-asset","reason":"Custom raster container or dimensions unavailable; registry artwork or original semantic glyph used. Author asset and reference retained.","attribution":"Original synthetic malformed fixture; MIT."}],"note":"Only this public view is inspected. Artwork does not establish provider identity, runtime verification or publication rights."}
Custom artwork: Original synthetic png. Rights: Original synthetic four-band fixture; MIT.. Contained without cropping or distortion.
Custom artwork: Original synthetic jpeg. Rights: Original synthetic four-band fixture; MIT.. Contained without cropping or distortion.
Custom artwork: Original synthetic webp. Rights: Original synthetic four-band fixture; MIT.. Contained without cropping or distortion.
Synthetic png
Synthetic jpeg
Synthetic webp
Synthetic malformed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image" Target="../media/image-2-3.webp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8718F"/>
                </a:solidFill>
              </a:rPr>
              <a:t>DIAGRAMCLOUD / PROJECT PORTFOLIO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C48"/>
                </a:solidFill>
              </a:rPr>
              <a:t>Synthetic formats and fallback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3560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1967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8197"/>
                </a:solidFill>
              </a:rPr>
              <a:t>Public export · Source labels retained · No live telemetry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4E88"/>
                </a:solidFill>
              </a:rPr>
              <a:t>Architecture. The work behind it. The evidence.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34747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416052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57150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8718F"/>
                </a:solidFill>
              </a:rPr>
              <a:t>DIAGRAMCLOUD / PROJECT PORTFOLIO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C48"/>
                </a:solidFill>
              </a:rPr>
              <a:t>Synthetic raster availability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3560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1967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8197"/>
                </a:solidFill>
              </a:rPr>
              <a:t>Public export · Source labels retained · No live telemetry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678430" y="2406015"/>
            <a:ext cx="2891790" cy="1314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678430" y="2563749"/>
            <a:ext cx="52578" cy="36804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9" name="Image 0" descr="Original synthetic png · Original synthetic four-band fixture; MI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9596" y="2645902"/>
            <a:ext cx="289179" cy="722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88742" y="2569664"/>
            <a:ext cx="2181987" cy="18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035" dirty="0">
                <a:solidFill>
                  <a:srgbClr val="526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</a:t>
            </a:r>
            <a:endParaRPr lang="en-US" sz="1035" dirty="0"/>
          </a:p>
        </p:txBody>
      </p:sp>
      <p:sp>
        <p:nvSpPr>
          <p:cNvPr id="11" name="Text 7"/>
          <p:cNvSpPr/>
          <p:nvPr/>
        </p:nvSpPr>
        <p:spPr>
          <a:xfrm>
            <a:off x="2888742" y="2811917"/>
            <a:ext cx="2523744" cy="24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449" b="1" dirty="0">
                <a:solidFill>
                  <a:srgbClr val="16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png</a:t>
            </a:r>
            <a:endParaRPr lang="en-US" sz="1449" dirty="0"/>
          </a:p>
        </p:txBody>
      </p:sp>
      <p:sp>
        <p:nvSpPr>
          <p:cNvPr id="12" name="Text 8"/>
          <p:cNvSpPr/>
          <p:nvPr/>
        </p:nvSpPr>
        <p:spPr>
          <a:xfrm>
            <a:off x="2888742" y="3450346"/>
            <a:ext cx="2523744" cy="18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03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035" dirty="0"/>
          </a:p>
        </p:txBody>
      </p:sp>
      <p:sp>
        <p:nvSpPr>
          <p:cNvPr id="13" name="Shape 9"/>
          <p:cNvSpPr/>
          <p:nvPr/>
        </p:nvSpPr>
        <p:spPr>
          <a:xfrm>
            <a:off x="6621780" y="2406015"/>
            <a:ext cx="2891790" cy="1314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621780" y="2563749"/>
            <a:ext cx="52578" cy="36804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5" name="Image 1" descr="Original synthetic jpeg · Original synthetic four-band fixture; MIT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946" y="2645902"/>
            <a:ext cx="289179" cy="7229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32092" y="2569664"/>
            <a:ext cx="2181987" cy="18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035" dirty="0">
                <a:solidFill>
                  <a:srgbClr val="526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</a:t>
            </a:r>
            <a:endParaRPr lang="en-US" sz="1035" dirty="0"/>
          </a:p>
        </p:txBody>
      </p:sp>
      <p:sp>
        <p:nvSpPr>
          <p:cNvPr id="17" name="Text 12"/>
          <p:cNvSpPr/>
          <p:nvPr/>
        </p:nvSpPr>
        <p:spPr>
          <a:xfrm>
            <a:off x="6832092" y="2811917"/>
            <a:ext cx="2523744" cy="24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449" b="1" dirty="0">
                <a:solidFill>
                  <a:srgbClr val="16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jpeg</a:t>
            </a:r>
            <a:endParaRPr lang="en-US" sz="1449" dirty="0"/>
          </a:p>
        </p:txBody>
      </p:sp>
      <p:sp>
        <p:nvSpPr>
          <p:cNvPr id="18" name="Text 13"/>
          <p:cNvSpPr/>
          <p:nvPr/>
        </p:nvSpPr>
        <p:spPr>
          <a:xfrm>
            <a:off x="6832092" y="3450346"/>
            <a:ext cx="2523744" cy="18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03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035" dirty="0"/>
          </a:p>
        </p:txBody>
      </p:sp>
      <p:sp>
        <p:nvSpPr>
          <p:cNvPr id="19" name="Shape 14"/>
          <p:cNvSpPr/>
          <p:nvPr/>
        </p:nvSpPr>
        <p:spPr>
          <a:xfrm>
            <a:off x="2678430" y="4509135"/>
            <a:ext cx="2891790" cy="1314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678430" y="4666869"/>
            <a:ext cx="52578" cy="36804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1" name="Image 2" descr="Original synthetic webp · Original synthetic four-band fixture; MIT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596" y="4749022"/>
            <a:ext cx="289179" cy="722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888742" y="4672784"/>
            <a:ext cx="2181987" cy="18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035" dirty="0">
                <a:solidFill>
                  <a:srgbClr val="526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</a:t>
            </a:r>
            <a:endParaRPr lang="en-US" sz="1035" dirty="0"/>
          </a:p>
        </p:txBody>
      </p:sp>
      <p:sp>
        <p:nvSpPr>
          <p:cNvPr id="23" name="Text 17"/>
          <p:cNvSpPr/>
          <p:nvPr/>
        </p:nvSpPr>
        <p:spPr>
          <a:xfrm>
            <a:off x="2888742" y="4915037"/>
            <a:ext cx="2523744" cy="24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449" b="1" dirty="0">
                <a:solidFill>
                  <a:srgbClr val="16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webp</a:t>
            </a:r>
            <a:endParaRPr lang="en-US" sz="1449" dirty="0"/>
          </a:p>
        </p:txBody>
      </p:sp>
      <p:sp>
        <p:nvSpPr>
          <p:cNvPr id="24" name="Text 18"/>
          <p:cNvSpPr/>
          <p:nvPr/>
        </p:nvSpPr>
        <p:spPr>
          <a:xfrm>
            <a:off x="2888742" y="5553466"/>
            <a:ext cx="2523744" cy="18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03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035" dirty="0"/>
          </a:p>
        </p:txBody>
      </p:sp>
      <p:sp>
        <p:nvSpPr>
          <p:cNvPr id="25" name="Shape 19"/>
          <p:cNvSpPr/>
          <p:nvPr/>
        </p:nvSpPr>
        <p:spPr>
          <a:xfrm>
            <a:off x="6621780" y="4509135"/>
            <a:ext cx="2891790" cy="1314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621780" y="4666869"/>
            <a:ext cx="52578" cy="36804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117044" y="4688777"/>
            <a:ext cx="240983" cy="192786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52647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117044" y="4736973"/>
            <a:ext cx="240983" cy="914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52647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 flipH="1">
            <a:off x="9141143" y="4773120"/>
            <a:ext cx="36147" cy="36147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52647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141143" y="4809268"/>
            <a:ext cx="36147" cy="36147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52647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9297781" y="4773120"/>
            <a:ext cx="36147" cy="36147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52647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 flipH="1">
            <a:off x="9297781" y="4809268"/>
            <a:ext cx="36147" cy="36147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52647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 flipH="1">
            <a:off x="9225486" y="4761071"/>
            <a:ext cx="24098" cy="96393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52647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832092" y="4672784"/>
            <a:ext cx="2181987" cy="18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035" dirty="0">
                <a:solidFill>
                  <a:srgbClr val="526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</a:t>
            </a:r>
            <a:endParaRPr lang="en-US" sz="1035" dirty="0"/>
          </a:p>
        </p:txBody>
      </p:sp>
      <p:sp>
        <p:nvSpPr>
          <p:cNvPr id="35" name="Text 29"/>
          <p:cNvSpPr/>
          <p:nvPr/>
        </p:nvSpPr>
        <p:spPr>
          <a:xfrm>
            <a:off x="6832092" y="4915037"/>
            <a:ext cx="2523744" cy="24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449" b="1" dirty="0">
                <a:solidFill>
                  <a:srgbClr val="16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malformed</a:t>
            </a:r>
            <a:endParaRPr lang="en-US" sz="1449" dirty="0"/>
          </a:p>
        </p:txBody>
      </p:sp>
      <p:sp>
        <p:nvSpPr>
          <p:cNvPr id="36" name="Text 30"/>
          <p:cNvSpPr/>
          <p:nvPr/>
        </p:nvSpPr>
        <p:spPr>
          <a:xfrm>
            <a:off x="6832092" y="5553466"/>
            <a:ext cx="2523744" cy="18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035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03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DiagramCloud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formats and fallback</dc:title>
  <dc:subject/>
  <dc:creator>DiagramCloud</dc:creator>
  <cp:lastModifiedBy>DiagramCloud</cp:lastModifiedBy>
  <cp:revision>1</cp:revision>
  <dcterms:created xsi:type="dcterms:W3CDTF">2026-10-23T16:38:47Z</dcterms:created>
  <dcterms:modified xsi:type="dcterms:W3CDTF">2026-10-23T16:38:47Z</dcterms:modified>
</cp:coreProperties>
</file>